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inverted-FFI diff (take the [v]iew, diff D18 - 'see how innocent it looks') -&gt; proofs pass, cheat scan silent -&gt; gensrc byte anchor refuses, naming the file -&gt; diagnosis rung classifies -&gt; repair by regeneration (second speed-ramp stretch) -&gt; re-attested clean. Final checklist doubles as the coverage beat's background; close with one sentence naming scenes 9-11 (capstone slide C carries that taxonomy).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system components boot into a predictable state?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and promotes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every contract slice maintains integrity,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checks pass.  Only the contract tier sees the drift; restoring the true contract exposes the Verus refusal the laundering hid.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ladder diagnoses by exhaustion — watch it repair the right artifact, and watch standing return only by re-measurement.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Trust-state tamper: refuse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tampers with the trust state, three attributed refusals — then a tampered tool, and every proof cell poisons fail-closed. Nothing repairs a baseline.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“Verification succeeded” is not enough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proof passes, every scan is silent — the heat command is inverted anyway. Only the bytes tell.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12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2026-08-27T17:43:41Z</dcterms:created>
  <dcterms:modified xsi:type="dcterms:W3CDTF">2026-08-27T17:43:41Z</dcterms:modified>
</cp:coreProperties>
</file>
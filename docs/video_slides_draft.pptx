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4892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did system components boot into a predictable state?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marL="685800" lvl="1" indent="-342900" algn="l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marL="685800" lvl="1" indent="-342900" algn="l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marL="0" indent="0" algn="r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2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0080" y="1730000"/>
            <a:ext cx="6035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marL="342900" indent="-342900" algn="l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</a:t>
            </a:r>
            <a:r>
              <a:rPr lang="en-US" sz="1350" dirty="0" err="1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Microkit</a:t>
            </a: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target — a real, current, safety-critical development artifact, not a toy example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040880" y="1737360"/>
            <a:ext cx="448056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178040" y="17373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8458200" y="17373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040880" y="2651760"/>
            <a:ext cx="448056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178040" y="26517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8458200" y="2651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040880" y="3566160"/>
            <a:ext cx="448056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178040" y="35661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8458200" y="35661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040880" y="4480560"/>
            <a:ext cx="448056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178040" y="44805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8458200" y="44805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040880" y="5394960"/>
            <a:ext cx="448056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178040" y="53949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41" name="Text 39"/>
          <p:cNvSpPr/>
          <p:nvPr/>
        </p:nvSpPr>
        <p:spPr>
          <a:xfrm>
            <a:off x="8458200" y="5394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1844</Words>
  <Application>Microsoft Macintosh PowerPoint</Application>
  <PresentationFormat>Widescreen</PresentationFormat>
  <Paragraphs>163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Petz, Adam Michael</cp:lastModifiedBy>
  <cp:revision>2</cp:revision>
  <dcterms:created xsi:type="dcterms:W3CDTF">2026-08-26T14:37:06Z</dcterms:created>
  <dcterms:modified xsi:type="dcterms:W3CDTF">2026-08-26T14:40:08Z</dcterms:modified>
</cp:coreProperties>
</file>
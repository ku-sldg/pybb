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3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3169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Optional footer: INSPECTA program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A (benign range, --drift range): Table A-12 ceiling 102 -&gt; 103 in the shared library -&gt; appraisal fails, gumbo_library attributed, all else green (dwell: 'sanction, not semantics') -&gt; ruling diff -&gt; bless -&gt; spec-first green -&gt; promote (codegen; speed-ramp) -&gt; re-proves ALL GREEN; offered diff = regenerated shared-library constant. Take B (breaking): escalation with attribution -&gt; ruling diff (linger) -&gt; bless -&gt; promote (speed-ramp) -&gt; gold moves -&gt; Verus tier RED; end on the honest-RED checklist. VO bridge: 'same lifecycle, opposite verdicts - authority chooses the baseline; measurement alone decides whether it holds.'
Watch-for line doubles as the VO opener over the terminal cut. Full runbook: docs/video_recording_plan.md.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inverted-FFI diff (take the [v]iew, diff D18 - 'see how innocent it looks') -&gt; proofs pass, cheat scan silent -&gt; gensrc byte anchor refuses, naming the file -&gt; diagnosis rung classifies -&gt; repair by regeneration (second speed-ramp stretch) -&gt; re-attested clean. Final checklist doubles as the coverage beat's background; close with one sentence naming scenes 9-11 (capstone slide C carries that taxonomy).
Watch-for line doubles as the VO opener over the terminal cut. Full runbook: docs/video_recording_plan.md.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implementations, and proofs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did system components boot into a predictable state?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marL="685800" lvl="1" indent="-342900" algn="l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marL="685800" lvl="1" indent="-342900" algn="l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marL="0" indent="0" algn="ctr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marL="0" indent="0" algn="r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350" dirty="0"/>
          </a:p>
          <a:p>
            <a:pPr marL="0" indent="0" algn="l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marL="342900" indent="-342900" algn="l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exemplar — a real, current, safety-critical development artifact, not a toy built for this talk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202168" y="1627632"/>
            <a:ext cx="32735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 packages + contract-bearing Rust)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+ the system proof)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glossary's entry keys: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scene:  1 (clean appraisal)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state:  all artifacts have integrity against golden values and implementations meet their contracts.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</a:t>
            </a: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drift: benign, re-blessed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scene: 3 (expand allowed temperature range)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and promotes new spec, all contract appraisals again pass.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Unsanctioned change, repaired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ladder diagnoses by exhaustion — watch it repair the right artifact, and watch standing return only by re-measurement.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Attacks on trust itself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tampers with the trust state, three attributed refusals — then a tampered tool, and every proof cell poisons fail-closed. Nothing repairs a baseline.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“Verification succeeded” is not enough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proof passes, every scan is silent — the heat command is inverted anyway. Only the bytes tell.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marL="0" indent="0" algn="l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marL="0" indent="0" algn="l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2975</Words>
  <Application>Microsoft Macintosh PowerPoint</Application>
  <PresentationFormat>Widescreen</PresentationFormat>
  <Paragraphs>247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Petz, Adam Michael</cp:lastModifiedBy>
  <cp:revision>6</cp:revision>
  <dcterms:created xsi:type="dcterms:W3CDTF">2026-08-27T15:36:11Z</dcterms:created>
  <dcterms:modified xsi:type="dcterms:W3CDTF">2026-08-27T16:01:04Z</dcterms:modified>
</cp:coreProperties>
</file>
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and promotes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every contract slice maintains integrity,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checks pass.  Only the contract tier sees the drift; restoring the true contract exposes the Verus refusal the laundering hid.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diagnoses by exhaustion — watch it repair the right artifact, and watch standing return only by re-measurement.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Trust-anchor tamper: attribute then refuse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evidence, an installed golden, then the verifier itself — each tamper attributed, each refused. No knowledge source repairs a trust anchor.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soundness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unsound axioms.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2026-08-27T19:57:14Z</dcterms:created>
  <dcterms:modified xsi:type="dcterms:W3CDTF">2026-08-27T19:57:14Z</dcterms:modified>
</cp:coreProperties>
</file>
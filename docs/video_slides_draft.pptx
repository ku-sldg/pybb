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5642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marL="685800" lvl="1" indent="-342900" algn="l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marL="685800" lvl="1" indent="-342900" algn="l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570"/>
              </p:ext>
            </p:extLst>
          </p:nvPr>
        </p:nvGraphicFramePr>
        <p:xfrm>
          <a:off x="640080" y="1417320"/>
          <a:ext cx="10881360" cy="460857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charset="0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1548</Words>
  <Application>Microsoft Macintosh PowerPoint</Application>
  <PresentationFormat>Widescreen</PresentationFormat>
  <Paragraphs>127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Petz, Adam Michael</cp:lastModifiedBy>
  <cp:revision>4</cp:revision>
  <dcterms:created xsi:type="dcterms:W3CDTF">2026-08-26T14:20:50Z</dcterms:created>
  <dcterms:modified xsi:type="dcterms:W3CDTF">2026-08-26T14:24:09Z</dcterms:modified>
</cp:coreProperties>
</file>
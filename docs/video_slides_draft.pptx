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blackboard, controller, repair ladder,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modeling language, the prover, the target runtime, and the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 — the full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experiments: AutoVerus, 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2026-08-30T22:28:51Z</dcterms:created>
  <dcterms:modified xsi:type="dcterms:W3CDTF">2026-08-30T22:28:51Z</dcterms:modified>
</cp:coreProperties>
</file>
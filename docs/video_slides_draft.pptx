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Footer: DARPA PROVERS sponsor acknowledgment with contract number (INSPECTA is the team's project under PROVERS).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breadth slide (section 3 opener) - card grid, per user edits 2026-08-30. Four artifact pipelines: the isolette (SysML-&gt;HAMR-&gt;Rust/Verus, the demo, highlighted), AADL-&gt;HAMR-&gt;Slang/Logika (temp-control), standalone Rust/Verus (find-max-verus; AutoVerus + KU Dogtreat repair experiments), and the interactive theorem provers Lean &amp; Rocq (blessed statements, tactic/LLM repair). Title = the artifact pipeline; caption = example system(s). Repair-strategy breadth lands per-card where it defines the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1 of 3 (theme: 'AI in the loop' as the big title, a descriptive caption beneath - B and C reuse the header).
One idea: AI helps everywhere EXCEPT the judges. The top three stages (model, implementation, proofs) are AI-assisted; the bottom two (verification/appraisal, evidence/trust state) are AI-free by design - the shaded band.
The Proofs row is where the repair-strategy breadth lands (deferred from the ecosystems slide): tactic portfolio, LLM (API + desktop sessions), AutoVerus, KU Dogtreat linear planner.
Motivation flip (speaker, sets up the close): as more lifecycle artifacts ARE AI-generated, lifecycle attestation is what makes them trustworthy - provenance and evidence, not provider assurances.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2 of 3 (theme: 'AI in the loop' big title + caption). The one idea: AI built the entire attestation stack, and that stack is held to the same measured discipline it enforces.
Counts current 2026-08-30: 12 new + 7 upgraded asp-libs binaries (git-attested, separate repo); 42 provisioned Copland protocol dirs (the newest, the l1b marker tier, was built in this very session - a callback available if wanted); 7 red-team attack classes.
cvm-mcp aside (15 s): an AI-built MCP interface so AI agents can drive attestation - AI both built the loop and can drive it.
Git provenance deliberately de-emphasized per user; the point is the self-application (the reflexive footer), not the Co-Authored-By trailers.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3 of 3 (title 'AI attacked the loop'). The same sessions red-teamed the stack they built; every attack was green across every EXISTING tier when found, and each forced a new measurement capability - defense-in-depth measured into existence.
7 attacks -&gt; 4 measurement capabilities: cheat scan (ADMIT, SMUGGLE), sysproof file hashes (SHRINK, SWAP), gensrc measurement (STALE, INVERT), and the l1b marker tier + coverage lint (LAUNDER, highlighted - found this session).
STALE vs INVERT are two different blind spots of 'verification succeeded': STALE = a stale cached verdict (verified over old bytes); INVERT = unverified code out of the proof's scope. Same detector (gensrc bytes), different evasion.
LAUNDER is the reflexive one: it exposed a COVERAGE gap in the measurement itself (the report emits no compute_cases slice), so it forced a detector PLUS a provisioning invariant. Root cause is upstream (HAMR report emission) - see draft_hamr_report_contract_coverage.md.
Speaker: the escalating lesson of 9-&gt;12 is that 'verification succeeded' and 'no cheats present' are both weaker claims than 'these are the blessed bytes.'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thon 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oard)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code, and proofs in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assurance, LLM-assisted development pipelines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Petz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Isaac Amundson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Timothy Barclay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David Hardin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Jason Belt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John Hatcliff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Anakha Krishna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Ina Harris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Perry Alexander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Kansas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2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Collins Aerospace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3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State University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94960" y="6035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the DARPA PROVERS effort (contract FA8750-24-9-1000)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did system components boot into a predictable state?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natural lifecycle events: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updates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updates, synthesis,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4901184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901184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Virtual Machine (CVM)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89888" y="3931920"/>
            <a:ext cx="1088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fail:  no repair chain =&gt; escalate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5" name="Text 33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763256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on-fail: handoff to next repair KS 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(attempts spent, changes restored)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6025896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restart-episode ⇒ fresh measurement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676656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5660136"/>
            <a:ext cx="2734056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5660136"/>
            <a:ext cx="2587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poisoned (untrustworthy)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implementation logic — semantically equivalent. The hash moves, but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 (simulated for demo),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golden value in the protocol ASP ARGS, then the verifier itself — each tamper attributed, each refused by cryptographic checks.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ways that proof attempts cheat 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undermine verification soundness.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blackboard, many artifact pipelines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blackboard, controller, repair ladder, and artifact classes don’t change — only the </a:t>
            </a:r>
            <a:pPr indent="0" marL="0">
              <a:buNone/>
            </a:pPr>
            <a:r>
              <a:rPr lang="en-US" sz="15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around them does</a:t>
            </a:r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modeling language, the prover, the target runtime, and the attestation primitives.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→ HAMR → Rust / Verus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</a:t>
            </a:r>
            <a:pPr algn="l" indent="0" marL="0">
              <a:buNone/>
            </a:pPr>
            <a:r>
              <a:rPr lang="en-US" sz="105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◀ the demo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measured — the full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→ HAMR → Slang / Logika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0138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temp-control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blackboard, similar Copland protocols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Rust / Verus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7782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find-max-verus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+ proofs written directly in Verus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model, no codegen — implementation + proof classes only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Proof-repair experiments: AutoVerus, KU Dogtreat linear planner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Theorem Provers:  Lean / Rocq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0138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landing-gear, temp-control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Blessed theorem statements, workflow-owned implementations, proofs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Tactic-driven and LLM-driven proof repair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Goal-directed: attestation enforces one invariant while synthesis iterates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ITP-specific axiom checks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artifact synthesis/repair;  verified, deterministic appraisal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AI participates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rule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/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may draft or restate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administrator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authority is 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spec-guided synthesis / re-derivation with LLM engines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seed proofs must prove again against the blessed statements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LLM-suggested tactic portfolio (deterministic at runtime) · LLM API calls + LLM-assisted desktop sessions (loop is paused) · Custom proof repair agents (AutoVerus · KU Dogtreat linear planner)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repair claim is worthless without evidence; only fresh measurement re-establishes good standing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&amp; appraisal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judges: proof kernels (Rocq, Lean, Verus), hash appraisal vs signed goldens, semantic analysis of source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trust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cryptographic anchor · non-derivability; no one (human or AI) may repair a baseline without fresh administrator blessing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the bottom two — the judges — are AI-free by design</a:t>
            </a:r>
            <a:pPr algn="l" indent="0" marL="0">
              <a:buNone/>
            </a:pPr>
            <a:r>
              <a:rPr lang="en-US" sz="12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an LLM’s output is just another untrusted artifact, facing the same episode and appraisal as a human edit or a tamper. Guarantees never depend on LLM engines being good, honest, or even present.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and attestation infrastructure, artifact measurements, attestation protocols, attacks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AI built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Blackboard infrastructure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pybb framework (blackboard / controller / knowledge sources), demo arcs, install script, CI suite, detailed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Untrusted orchestration (evidence bundles are independently-verifiable)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CVM core &amp; frontends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bpar (parallel Copland term) 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verified CVM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--stdin / --req_file frontend fixes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Rocq proofs w.r.t. CVM reference semantics --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couldn’t update existing proofs automatically, but assisted an expert Rocq developer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primitives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new + 7 upgraded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asp-libs binaries — hashing, the Lean/Rocq/HAMR runners &amp; appraisers, the cheat scan, golden-slice extraction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hashes measure-then-use; syntax-guided analysis of source files, appraisal vs signed goldens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 protocols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provisioned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Copland protocol directories across the ecosystems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readiness-gate config checks; blessed baselines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demo tampers (scenes 1–8) +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red-team attack classes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(scenes 9–12, 14)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scene gates on detection / attribution; each forced a new tier (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next slide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virtuous cycle – 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workflow to add (deterministic) tools and domain-specific measurement capabilities.  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attacked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attack types, each undetected at discovery time — each forced a new measurement capability</a:t>
            </a:r>
            <a:endParaRPr lang="en-US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40690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Avoided detection by…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measurement forced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assume(false) in an unmeasured bridge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(cheat_scan_verus)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SMUGGLE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external_body broadcast axiom, ensures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(cheat_scan_verus)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a system-proof module commented 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crate still verifies, 0 errors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real VC dropped, trivial one added, constant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outcome, count, escape surface all unchanged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semantic flip in a cached dep, mtime preserved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mtime-gated cache serves the stale verdict; green over false bytes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gensrc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heat command flipped in unverified FFI glue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Verus never reads the body — unverified code, out of 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gensrc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LAUNDER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contract weakened + impl inverted to 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self-consistent; gap in contract coverage for attestation report’s compute_cases construct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stopgap contract measurement, contract coverage check at provisioning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co-development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defense-in-depth, anomaly detection, mitigation.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2026-09-03T15:42:44Z</dcterms:created>
  <dcterms:modified xsi:type="dcterms:W3CDTF">2026-09-03T15:42:44Z</dcterms:modified>
</cp:coreProperties>
</file>
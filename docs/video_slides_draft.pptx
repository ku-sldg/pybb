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natural lifecycle events: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updates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updates, synthesis,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0118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901184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89888" y="393192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fail:  no repair chain =&gt; escalate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63256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on-fail: handoff to next repair KS 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(attempts spent, changes restored)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025896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restart-episode ⇒ fresh measurement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676656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collection of entries:  the shared measurement store updated cooperatively by blackboard components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measurement under judgment:  its measurement content, current standing,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attestation records verdicts, must be restarted for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 (i.e. provision, certify, escalate) 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evaluates every entry (once provisioned), dispatches keys onto outcome-routed chains, advances or hands off, escalates, halts only when entries are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operates only on entries in its partition (optionally a single component), bounded by max 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control flow chains: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on_fail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repair ladder,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on_pass 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confirmation chain before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partitions (measurements, repairs, verdicts), documenting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 Example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infant-incubator thermostat that regulates and monitors a newborn's environment to maintain a safe temperature range (heat control on/off)</a:t>
            </a:r>
            <a:endParaRPr lang="en-US" sz="1350" dirty="0"/>
          </a:p>
          <a:p>
            <a:pPr marL="628650" lvl="1" indent="-171450">
              <a:spcAft>
                <a:spcPts val="1000"/>
              </a:spcAft>
              <a:buFont typeface="Courier New" panose="02070309020205020404" pitchFamily="49" charset="0"/>
              <a:buChar char="o"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HAMR-based pipeline</a:t>
            </a:r>
            <a:endParaRPr lang="en-US" sz="1350" dirty="0"/>
          </a:p>
          <a:p>
            <a:pPr marL="800100" lvl="1" indent="-342900">
              <a:buSzPct val="100000"/>
              <a:buFont typeface="Courier New" panose="02070309020205020404" pitchFamily="49" charset="0"/>
              <a:buChar char="o"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safety-critical development artifact, not a toy example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+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8119872" y="1627632"/>
            <a:ext cx="33558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(SysMLv2 packages, Verus-contract-bearing Rust)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and the system-level proof)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blackboard's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 with integrity against golden values and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5660136"/>
            <a:ext cx="2734056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5660136"/>
            <a:ext cx="2587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poisoned (untrustworthy)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semantically equivalent implementation logic.  The hash moves, but </a:t>
            </a:r>
            <a:endParaRPr lang="en-US" sz="2000" dirty="0"/>
          </a:p>
          <a:p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live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(live) golden value in the appraisal protocol, then the verification tool itself — each tamper attributed,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refused by cryptographic checks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cheating in proof attempts,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would otherwise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 infrastructure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modeling language, prover, 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runtime, and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 to SysMLv2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</a:t>
            </a:r>
            <a:endParaRPr lang="en-US" sz="1200" dirty="0"/>
          </a:p>
          <a:p>
            <a:pPr marL="800100" lvl="1" indent="-342900">
              <a:spcAft>
                <a:spcPts val="40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AutoVerus</a:t>
            </a:r>
            <a:endParaRPr lang="en-US" sz="1200" dirty="0"/>
          </a:p>
          <a:p>
            <a:pPr marL="800100" lvl="1" indent="-342900">
              <a:spcAft>
                <a:spcPts val="40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82496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LLMs participate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Guardrail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 human administrator may authenticate a new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must meet its formal contracts, checked by legitimate toolchain, derived from human-blessed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Suggests tactic portfolio (deterministic at runtime) · API calls + LLM-assisted desktop sessions (loop is paused) ·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kernels (Rocq, Lean, Verus), formally-verified attestation managers (evidence unbundling), trusted attestation primitives (hash checks, semantic analysis of source code, etc.)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immutability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trust it (or not)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(blackboard, controller,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in python is untrusted,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but evidence bundles are independently-verifiable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bpar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 core,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frontend fixes (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--stdin, --req_file 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(hashing, the Lean/Rocq/HAMR runners &amp; appraisers, cheat scan, golden-slice extraction)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attestation primitives are untrusted, require manual inspection (or formal analysis)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Copland protocol analysis bolsters trust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tampers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 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(see next slide)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 “counter-examples” show attacks succeeding,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undetected by existing measurement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04418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assume(false)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cheat_scan_verus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external_body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cheat_scan_verus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dropped, trivial one added, same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mtime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gensrc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(unverified code, out of scope)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gensrc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proposed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2026-09-04T14:40:09Z</dcterms:created>
  <dcterms:modified xsi:type="dcterms:W3CDTF">2026-09-04T14:40:09Z</dcterms:modified>
</cp:coreProperties>
</file>
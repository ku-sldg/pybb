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0080" y="1728216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7373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7373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458200" y="17373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40880" y="26517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6517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8458200" y="2651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040880" y="35661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5661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6" name="Text 34"/>
          <p:cNvSpPr/>
          <p:nvPr/>
        </p:nvSpPr>
        <p:spPr>
          <a:xfrm>
            <a:off x="8458200" y="35661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040880" y="44805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4480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8458200" y="44805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040880" y="5394960"/>
            <a:ext cx="4480560" cy="822960"/>
          </a:xfrm>
          <a:prstGeom prst="roundRect">
            <a:avLst>
              <a:gd name="adj" fmla="val 6667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53949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8458200" y="53949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2026-08-26T14:47:53Z</dcterms:created>
  <dcterms:modified xsi:type="dcterms:W3CDTF">2026-08-26T14:47:53Z</dcterms:modified>
</cp:coreProperties>
</file>
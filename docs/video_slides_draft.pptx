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readiness gate green -&gt; one full episode -&gt; per-crate checklist all green. Dwell on the final checklist - it is the frame every later refusal is compared against.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benign beat (per user deck edit, restored 2026-08-27): the Table A-12 upper-alarm ceiling widened 102 -&gt; 103 in the shared GUMBO library constant. Beats: appraisal fails, gumbo_library attributed, all else green (dwell: 'sanction, not semantics') -&gt; ruling diff -&gt; bless -&gt; spec-first green -&gt; promote (real codegen; speed-ramp) -&gt; re-proves ALL GREEN; offered diff = the regenerated shared-library constant. The breaking spec beat lives elsewhere (breaking-impl is Act V/scene 2, breaking-contract is Act IV/scene 14), so Act II stays the clean benign-model story.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equivalent NORMAL-mode guard rewrite (x&gt;y -&gt; y&lt;x), outside every marker block -&gt; l1a hash moves -&gt; files entry passes via l2 refinement (slices intact) -&gt; the l1b contracts entry stays clean -&gt; confirmation chain RE-VERIFIES the rewrite green. The mirror of Act II's benign spec beat, one artifact class down: a developer-owned region has no blessed bytes to match, so its attested properties are contracts (intact) + provability (re-verified live).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emits NO slice for compute_cases realizations, so the weakened REQ_MHS_2 lands between l2 slices. Beats: launder (weaken REQ_MHS_2 ensures + invert impl) -&gt; cargo-verus SUCCEEDS (self-consistent) -&gt; the l1b MARKER tier (a new Copland protocol: readfile_marker_range over every contract-block byte) refuses -&gt; its repair rung splices the golden contract back -&gt; the restored TRUE contract refutes the still-inverted impl: end on the exposed Verus refusal (verus_targ Appraisal was not successful). Discovered while building this demo; the marker-coverage lint now enforces the invariant. Do NOT auto-repair to green - the exposure IS the beat; the impl repair is Act V's ladder. Slide-C candidate row.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Beats: dummy-bad-impl diff (take the [v]iew - VSCode diff D1 on camera) -&gt; contracts-intact rung exhausts -&gt; impl rung restores crate-scoped -&gt; restart -&gt; re-attested clean.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beats: three tampers, three attributed refusals (signature -&gt; anchor -&gt; derivability); optionally the flipped-evidence-byte diff on camera. Scene 7 beats: wrapper edit (take the [v]iew, diff D10) -&gt; readiness still passes -&gt; tool hash refutes, every proof cell poisons to ? - dwell, this is the act's money shot. --restore-tools recovery in VO only.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detector escalation that closes the demo. BEAT 1 (scene 9, axioms): two-grid view - the verus grid all green (cargo-verus succeeds) beside the proof-escape grid refusing the exact crate and naming the construct (ADMIT: assume 0-&gt;1; SMUGGLE: broadcast 0-&gt;1, external_body 0-&gt;1). The CHEAT SCAN catches what the outcome cannot - a construct appeared. BEAT 2 (scene 12, FFI): the heat command inverted behind external_body (diff D18) -&gt; every proof passes AND the cheat scan is SILENT (no construct) -&gt; only the GENSRC byte anchor refuses, naming the file -&gt; diagnosis rung classifies -&gt; repair by regeneration (speed-ramp). Three detectors, three blind spots: outcome (blind to both), construct scan (catches beat 1), byte anchor (catches beat 2). Close naming scenes 10-11 (slide C carries the rest).
Watch-for line doubles as the VO opener over the terminal cut. Full runbook: docs/video_recording_plan.md.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system components boot into a predictable state?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pPr algn="l"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algn="l" lvl="1" marL="685800" indent="-342900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algn="l" lvl="1" marL="685800" indent="-342900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algn="l" lvl="2" marL="1028700" indent="-342900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algn="l" marL="342900" indent="-342900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pPr algn="l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pPr algn="l"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pPr algn="l" indent="0" marL="0">
              <a:buNone/>
            </a:pP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pPr algn="l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indent="0" marL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algn="ctr" indent="0" marL="0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algn="r" indent="0" marL="0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pPr algn="l" indent="0" marL="0">
              <a:buNone/>
            </a:pP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algn="l" marL="342900" indent="-342900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pPr algn="l" indent="0" marL="0">
              <a:spcAft>
                <a:spcPts val="9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017520"/>
                <a:gridCol w="3017520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pPr algn="l" indent="0" marL="0">
                        <a:buNone/>
                      </a:pP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pPr algn="l" indent="0" marL="0">
                        <a:buNone/>
                      </a:pP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6928" y="1810512"/>
            <a:ext cx="61539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pPr algn="l" indent="0" marL="0">
              <a:spcAft>
                <a:spcPts val="200"/>
              </a:spcAft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35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traceable to FAA AR-08-32 (the REQ-MHS-* family the scenes will tamper with)</a:t>
            </a:r>
            <a:endParaRPr lang="en-US" sz="1350" dirty="0"/>
          </a:p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pPr algn="l"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buNone/>
            </a:pP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202168" y="1627632"/>
            <a:ext cx="327355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glossary's entry keys: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consistent baseline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artifacts start in a “pass” state:  all artifacts have integrity against golden values and implementations meet their contracts.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 drift: benign, promote then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3 (expand allowed temperature range)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benign change in requirements — the temperature alarm range widened — model appraisal fails quickly.  Administrator re-blesses and promotes new spec, all contract appraisals again pass.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3 --drift range         (ruling at the prompt: bless)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benign, re-verify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developer rewrites implementation logic — semantically equivalent. The hash moves, but every contract slice maintains integrity, and the proofs re-verify: the benign change survives.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Contract drift: breaking, restore then attempt re-verification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14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untouched, but a Verus contract is weakened (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pPr indent="0" marL="0">
              <a:buNone/>
            </a:pPr>
            <a:r>
              <a:rPr lang="en-US" sz="2000" b="1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but before verification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and the code is inverted to match — 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</a:t>
            </a:r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checks pass.  Only the contract tier sees the drift; restoring the true contract exposes the Verus refusal the laundering hid.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Implementation drift: breaking, diagnose then repair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ladder diagnoses by exhaustion — watch it repair the right artifact, and watch standing return only by re-measurement.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2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Trust-state tamper: refuse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6 + 7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tampers with the trust state, three attributed refusals — then a tampered tool, and every proof cell poisons fail-closed. Nothing repairs a baseline.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"6 7"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VII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22860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“Verification succeeded” is not enough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22960" y="31546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scenes 9 + 12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9776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proofs that pass. First an axiom the cheat scan catches by its construct; then an FFI inversion that adds no construct at all — only the byte anchor sees it. Verification succeeded both times.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22960" y="6053328"/>
            <a:ext cx="10515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./examples/demo_isolette.sh --scenes "9 12"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algn="l" indent="0" marL="0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algn="l"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pPr algn="l" indent="0" marL="0">
              <a:spcAft>
                <a:spcPts val="300"/>
              </a:spcAft>
              <a:buNone/>
            </a:pP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pPr algn="l"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2026-08-27T18:41:53Z</dcterms:created>
  <dcterms:modified xsi:type="dcterms:W3CDTF">2026-08-27T18:41:53Z</dcterms:modified>
</cp:coreProperties>
</file>
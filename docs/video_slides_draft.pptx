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drifted episode escalates with slice attribution -&gt; ruling diff (always shown; linger) -&gt; bless -&gt; promote (real codegen; speed-ramp stretch, keep rolling) -&gt; gold moves -&gt; Verus tier RED against the new baseline. End on the honest-RED checklist.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inverted-FFI diff (take the [v]iew, diff D18 - 'see how innocent it looks') -&gt; proofs pass, cheat scan silent -&gt; gensrc byte anchor refuses, naming the file -&gt; diagnosis rung classifies -&gt; repair by regeneration (second speed-ramp stretch) -&gt; re-attested clean. Final checklist doubles as the coverage beat's background; close with one sentence naming scenes 9-11 (capstone slide C carries that taxonomy).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episode measures every artifact class — watch the checklist go green, and remember what green looks like.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Sanctioned change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(breaking)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 edit gets caught, examined, and blessed — and the system honestly reports a spec the implementation doesn't yet meet.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breaking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Unsanctioned change, repaired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diagnoses by exhaustion — watch it repair the right artifact, and watch standing return only by re-measurement.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Attacks on trust itself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tampers with the trust state, three attributed refusals — then a tampered tool, and every proof cell poisons fail-closed. Nothing repairs a baseline.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“Verification succeeded” is not enough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passes, every scan is silent — the heat command is inverted anyway. Only the bytes tell.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2026-08-26T15:19:24Z</dcterms:created>
  <dcterms:modified xsi:type="dcterms:W3CDTF">2026-08-26T15:19:24Z</dcterms:modified>
</cp:coreProperties>
</file>
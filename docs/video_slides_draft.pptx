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Optional footer: INSPECTA program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benign beat (per user deck edit, restored 2026-08-27): the Table A-12 upper-alarm ceiling widened 102 -&gt; 103 in the shared GUMBO library constant. Beats: appraisal fails, gumbo_library attributed, all else green (dwell: 'sanction, not semantics') -&gt; ruling diff -&gt; bless -&gt; spec-first green -&gt; promote (real codegen; speed-ramp) -&gt; re-proves ALL GREEN; offered diff = the regenerated shared-library constant. The breaking spec beat lives elsewhere (breaking-impl is Act V/scene 2, breaking-contract is Act IV/scene 14), so Act II stays the clean benign-model story.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equivalent NORMAL-mode guard rewrite (x&gt;y -&gt; y&lt;x), outside every marker block -&gt; l1a hash moves -&gt; files entry passes via l2 refinement (slices intact) -&gt; the l1b contracts entry stays clean -&gt; confirmation chain RE-VERIFIES the rewrite green. The mirror of Act II's benign spec beat, one artifact class down: a developer-owned region has no blessed bytes to match, so its attested properties are contracts (intact) + provability (re-verified live).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emits NO slice for compute_cases realizations, so the weakened REQ_MHS_2 lands between l2 slices. Beats: launder (weaken REQ_MHS_2 ensures + invert impl) -&gt; cargo-verus SUCCEEDS (self-consistent) -&gt; the l1b MARKER tier (a new Copland protocol: readfile_marker_range over every contract-block byte) refuses -&gt; its repair rung splices the golden contract back -&gt; the restored TRUE contract refutes the still-inverted impl: end on the exposed Verus refusal (verus_targ Appraisal was not successful). Discovered while building this demo; the marker-coverage lint now enforces the invariant. Do NOT auto-repair to green - the exposure IS the beat; the impl repair is Act V's ladder. Slide-C candidate row.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detector escalation that closes the demo. BEAT 1 (scene 9, axioms): two-grid view - the verus grid all green (cargo-verus succeeds) beside the proof-escape grid refusing the exact crate and naming the construct (ADMIT: assume 0-&gt;1; SMUGGLE: broadcast 0-&gt;1, external_body 0-&gt;1). The CHEAT SCAN catches what the outcome cannot - a construct appeared. BEAT 2 (scene 12, FFI): the heat command inverted behind external_body (diff D18) -&gt; every proof passes AND the cheat scan is SILENT (no construct) -&gt; only the GENSRC byte anchor refuses, naming the file -&gt; diagnosis rung classifies -&gt; repair by regeneration (speed-ramp). Three detectors, three blind spots: outcome (blind to both), construct scan (catches beat 1), byte anchor (catches beat 2). Close naming scenes 10-11 (slide C carries the rest).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High-level breadth slide (section 3 opener) - card grid, per user edits 2026-08-30. Four artifact pipelines: the isolette (SysML-&gt;HAMR-&gt;Rust/Verus, the demo, highlighted), AADL-&gt;HAMR-&gt;Slang/Logika (temp-control), standalone Rust/Verus (find-max-verus; AutoVerus + KU Dogtreat repair experiments), and the interactive theorem provers Lean &amp; Rocq (blessed statements, tactic/LLM repair). Title = the artifact pipeline; caption = example system(s). Repair-strategy breadth lands per-card where it defines the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1 of 3 (theme: 'AI in the loop' as the big title, a descriptive caption beneath - B and C reuse the header).
One idea: AI helps everywhere EXCEPT the judges. The top three stages (model, implementation, proofs) are AI-assisted; the bottom two (verification/appraisal, evidence/trust state) are AI-free by design - the shaded band.
The Proofs row is where the repair-strategy breadth lands (deferred from the ecosystems slide): tactic portfolio, LLM (API + desktop sessions), AutoVerus, KU Dogtreat linear planner.
Motivation flip (speaker, sets up the close): as more lifecycle artifacts ARE AI-generated, lifecycle attestation is what makes them trustworthy - provenance and evidence, not provider assurances.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2 of 3 (theme: 'AI in the loop' big title + caption). The one idea: AI built the entire attestation stack, and that stack is held to the same measured discipline it enforces.
Counts current 2026-08-30: 12 new + 7 upgraded asp-libs binaries (git-attested, separate repo); 42 provisioned Copland protocol dirs (the newest, the l1b marker tier, was built in this very session - a callback available if wanted); 7 red-team attack classes.
cvm-mcp aside (15 s): an AI-built MCP interface so AI agents can drive attestation - AI both built the loop and can drive it.
Git provenance deliberately de-emphasized per user; the point is the self-application (the reflexive footer), not the Co-Authored-By trailers.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3 of 3 (title 'AI attacked the loop'). The same sessions red-teamed the stack they built; every attack was green across every EXISTING tier when found, and each forced a new measurement capability - defense-in-depth measured into existence.
7 attacks -&gt; 4 measurement capabilities: cheat scan (ADMIT, SMUGGLE), sysproof file hashes (SHRINK, SWAP), gensrc measurement (STALE, INVERT), and the l1b marker tier + coverage lint (LAUNDER, highlighted - found this session).
STALE vs INVERT are two different blind spots of 'verification succeeded': STALE = a stale cached verdict (verified over old bytes); INVERT = unverified code out of the proof's scope. Same detector (gensrc bytes), different evasion.
LAUNDER is the reflexive one: it exposed a COVERAGE gap in the measurement itself (the report emits no compute_cases slice), so it forced a detector PLUS a provisioning invariant. Root cause is upstream (HAMR report emission) - see draft_hamr_report_contract_coverage.md.
Speaker: the escalating lesson of 9-&gt;12 is that 'verification succeeded' and 'no cheats present' are both weaker claims than 'these are the blessed bytes.'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implementations, and proofs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system components boot into a predictable state?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lifecycle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(sanctioned or not)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tampering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synthesis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 provisional — the strip returns at every act transition with the current section highlighted.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semantics: what was measured, in what order, signed by whom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— Copland Virtual Machine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infant-incubator thermostat — regulate and monitor functions keep a newborn's environment in a safe temperature range; heat control on/off</a:t>
            </a:r>
            <a:endParaRPr lang="en-US" sz="13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exemplar — a real, current, safety-critical development artifact, not a toy built for this talk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2226564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3813048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5399532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040880" y="13258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surface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202168" y="1627632"/>
            <a:ext cx="32735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 packages + contract-bearing Rust)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+ the system proof)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glossary's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state:  all artifacts have integrity against golden values and implementations meet their contracts.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 drift: benign, promote then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3 (expand allowed temperature range)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new spec, all contract appraisals again pass.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benign,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rewrites implementation logic — semantically equivalent. The hash moves, but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contract slice maintains integrity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proofs re-verify: the benign change survives.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drift: breaking, restore then attempt re-verification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untouched, but a Verus contract is weakened (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codegen, but before verification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the code is inverted to match — verus checks pass.  Contract repair (restoring the true Verus contract) exposes the verification failure.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breaking, diagnose then repair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code (developer-owned) changes, breaking a Verus contract.  Blackboard loop diagnoses, repairs (simulated for demo), then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artifact to good standing only by re-measurement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drift:  tampered evidence bundle, protocol, tooling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6 + 7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golden evidence bundle, an installed golden value in the protocol ASP ARGS, then the verifier itself — each tamper attributed, each refused by cryptographic checks.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Axiom drift:  semantic measurement detects axioms and unsound proof techniques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9 + 12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verify, but measurement detects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ways that proof attempts cheat 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undermine verification soundness.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"9 12"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blackboard, many artifact pipelines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blackboard, controller, repair ladder, and artifact classes don’t change — only the </a:t>
            </a:r>
            <a:pPr indent="0" marL="0">
              <a:buNone/>
            </a:pPr>
            <a:r>
              <a:rPr lang="en-US" sz="15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around them does</a:t>
            </a:r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modeling language, the prover, the target runtime, and the attestation primitives.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 v2 → HAMR → Rust / Verus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7782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</a:t>
            </a:r>
            <a:pPr algn="l" indent="0" marL="0">
              <a:buNone/>
            </a:pPr>
            <a:r>
              <a:rPr lang="en-US" sz="105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◀ the demo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measured — the full demo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→ HAMR → Slang / Logika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50138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temp-control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blackboard, similar Copland protocols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Rust / Verus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7782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find-max-verus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1440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+ proofs written directly in Verus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model, no codegen — implementation + proof classes only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Proof-repair experiments: AutoVerus, KU Dogtreat linear planner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Theorem Provers:  Lean / Rocq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0138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landing-gear, temp-control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3796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Blessed theorem statements, workflow-owned implementations, proofs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Tactic-driven and LLM-driven proof repair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Goal-directed: attestation enforces one invariant while synthesis iterates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ITP-specific axiom checks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artifact synthesis/repair;  verified, deterministic appraisal</a:t>
            </a:r>
            <a:endParaRPr lang="en-US" sz="1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AI participates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rule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/ spec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may draft or restate specs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administrator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blesses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authority is human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spec-guided synthesis / re-derivation with LLM engines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seed proofs must prove again against the blessed statements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LLM-suggested tactic portfolio (deterministic at runtime) · LLM API calls + LLM-assisted desktop sessions (loop is paused) · Custom proof repair agents (AutoVerus · KU Dogtreat linear planner)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repair claim is worthless without evidence; only fresh measurement re-establishes good standing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&amp; appraisal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judges: proof kernels (Rocq, Lean, Verus), hash appraisal vs signed goldens, semantic analysis of source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/ trust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cryptographic anchor · non-derivability; no one (human or AI) may repair a baseline without fresh administrator blessing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the bottom two — the judges — are AI-free by design</a:t>
            </a:r>
            <a:pPr algn="l" indent="0" marL="0">
              <a:buNone/>
            </a:pPr>
            <a:r>
              <a:rPr lang="en-US" sz="12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an LLM’s output is just another untrusted artifact, facing the same episode and appraisal as a human edit or a tamper. Guarantees never depend on LLM engines being good, honest, or even present.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and attestation infrastructure, artifact measurements, attestation protocols, attacks</a:t>
            </a:r>
            <a:endParaRPr lang="en-US" sz="1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AI built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Blackboard infrastructure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pybb framework (blackboard / controller / knowledge sources), demo arcs, install script, CI suite, detailed documentation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Untrusted orchestration (evidence bundles are independently-verifiable)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CVM core &amp; frontends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bpar (parallel Copland term) 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verified CVM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--stdin / --req_file frontend fixes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Rocq proofs w.r.t. CVM reference semantics --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couldn’t update existing proofs automatically, but assisted an expert Rocq developer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primitives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new + 7 upgraded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asp-libs binaries — hashing, the Lean/Rocq/HAMR runners &amp; appraisers, the cheat scan, golden-slice extraction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hashes measure-then-use; syntax-guided analysis of source files, appraisal vs signed goldens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Attestation protocols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provisioned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Copland protocol directories across the ecosystems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readiness-gate config checks; blessed baselines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demo tampers (scenes 1–8) +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red-team attack classes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(scenes 9–12, 14)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scene gates on detection / attribution; each forced a new tier (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next slide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virtuous cycle – 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workflow to add (deterministic) tools and domain-specific measurement capabilities.  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attacked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attack types, each undetected at discovery time — each forced a new measurement capability</a:t>
            </a:r>
            <a:endParaRPr lang="en-US" sz="1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3611880"/>
                <a:gridCol w="40690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Avoided detection by…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measurement forced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assume(false) in an unmeasured bridge 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(cheat_scan_verus)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SMUGGLE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external_body broadcast axiom, ensures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(cheat_scan_verus)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 system-proof module commented 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crate still verifies, 0 errors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real VC dropped, trivial one added, constant 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outcome, count, escape surface all unchanged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semantic flip in a cached dep, mtime preserved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mtime-gated cache serves the stale verdict; green over false bytes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gensrc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heat command flipped in unverified FFI glue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Verus never reads the body — unverified code, out of 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gensrc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LAUNDER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contract weakened + impl inverted to 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self-consistent; gap in contract coverage for attestation report’s compute_cases construct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stopgap contract measurement, contract coverage check at provisioning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co-development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defense-in-depth, anomaly detection, mitigation.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2026-09-01T16:09:28Z</dcterms:created>
  <dcterms:modified xsi:type="dcterms:W3CDTF">2026-09-01T16:09:28Z</dcterms:modified>
</cp:coreProperties>
</file>
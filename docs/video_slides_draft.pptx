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opener). The point: the blackboard workflow is invariant; the pipeline swaps - two frontends (SysML, AADL), four prover/target stacks (Verus/Rust, Slang/JVM, Lean, Rocq), example systems beyond the isolette (landing-gear, temp-control), all real in the repo.
Repair-strategy diversity deliberately CUT from this slide - it lands in the capstone section instead.
Each row is a pipeline; varying chip counts are intentional (Lean/Rocq are prover-centric, no separate HAMR codegen 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and the target runtime.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12984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20240" y="1920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19202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92024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20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67912" y="1920240"/>
            <a:ext cx="171907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867912" y="1920240"/>
            <a:ext cx="171907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 · Rust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68696" y="1920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34456" y="1920240"/>
            <a:ext cx="20345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934456" y="1920240"/>
            <a:ext cx="20345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· Microkit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2188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demo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2468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— the demo you just saw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0632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06324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56232" y="3063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221992" y="30632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2221992" y="306324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38144" y="3063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03904" y="3063240"/>
            <a:ext cx="1613916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3803904" y="3063240"/>
            <a:ext cx="16139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Slang · JVM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3611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modeling language and target runtime, same artifact classes and Copland protocols  (temp-control)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20624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856232" y="4206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21992" y="4206240"/>
            <a:ext cx="4873752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30" name="Text 28"/>
          <p:cNvSpPr/>
          <p:nvPr/>
        </p:nvSpPr>
        <p:spPr>
          <a:xfrm>
            <a:off x="2221992" y="4206240"/>
            <a:ext cx="48737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statements + workflow-owned proofs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4754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goal-directed encoding: attestation enforces one invariant while synthesis iterates  (landing-gear, temp-control)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3492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34924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Rocq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856232" y="5349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221992" y="5349240"/>
            <a:ext cx="4873752" cy="566928"/>
          </a:xfrm>
          <a:prstGeom prst="roundRect">
            <a:avLst>
              <a:gd name="adj" fmla="val 9677"/>
            </a:avLst>
          </a:prstGeom>
          <a:solidFill>
            <a:srgbClr val="3A4A8C"/>
          </a:solidFill>
          <a:ln/>
        </p:spPr>
      </p:sp>
      <p:sp>
        <p:nvSpPr>
          <p:cNvPr id="36" name="Text 34"/>
          <p:cNvSpPr/>
          <p:nvPr/>
        </p:nvSpPr>
        <p:spPr>
          <a:xfrm>
            <a:off x="2221992" y="5349240"/>
            <a:ext cx="48737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+ synthesis (tactic portfolio, LLM)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58978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synthesis as a repair strategy  (temp-control)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2026-08-30T21:55:41Z</dcterms:created>
  <dcterms:modified xsi:type="dcterms:W3CDTF">2026-08-30T21:55:41Z</dcterms:modified>
</cp:coreProperties>
</file>
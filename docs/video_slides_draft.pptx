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Footer: DARPA PROVERS sponsor acknowledgment with contract number (INSPECTA is the team's project under PROVERS).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High-level breadth slide (section 3 opener) - card grid, per user edits 2026-08-30. Four artifact pipelines: the isolette (SysML-&gt;HAMR-&gt;Rust/Verus, the demo, highlighted), AADL-&gt;HAMR-&gt;Slang/Logika (temp-control), standalone Rust/Verus (find-max-verus; AutoVerus + KU Dogtreat repair experiments), and the interactive theorem provers Lean &amp; Rocq (blessed statements, tactic/LLM repair). Title = the artifact pipeline; caption = example system(s). Repair-strategy breadth lands per-card where it defines the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1 of 3 (theme: 'AI in the loop' as the big title, a descriptive caption beneath - B and C reuse the header).
One idea: AI helps everywhere EXCEPT the judges. The top three stages (model, implementation, proofs) are AI-assisted; the bottom two (verification/appraisal, evidence/trust state) are AI-free by design - the shaded band.
The Proofs row is where the repair-strategy breadth lands (deferred from the ecosystems slide): tactic portfolio, LLM (API + desktop sessions), AutoVerus, KU Dogtreat linear planner.
Motivation flip (speaker, sets up the close): as more lifecycle artifacts ARE AI-generated, lifecycle attestation is what makes them trustworthy - provenance and evidence, not provider assurances.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2 of 3 (theme: 'AI in the loop' big title + caption). The one idea: AI built the entire attestation stack, and that stack is held to the same measured discipline it enforces.
Counts current 2026-08-30: 12 new + 7 upgraded asp-libs binaries (git-attested, separate repo); 42 provisioned Copland protocol dirs (the newest, the l1b marker tier, was built in this very session - a callback available if wanted); 7 red-team attack classes.
cvm-mcp aside (15 s): an AI-built MCP interface so AI agents can drive attestation - AI both built the loop and can drive it.
Git provenance deliberately de-emphasized per user; the point is the self-application (the reflexive footer), not the Co-Authored-By trailers.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slide 3 of 3 (title 'AI attacked the loop'). The same sessions red-teamed the stack they built; every attack was green across every EXISTING tier when found, and each forced a new measurement capability - defense-in-depth measured into existence.
7 attacks -&gt; 4 measurement capabilities: cheat scan (ADMIT, SMUGGLE), sysproof file hashes (SHRINK, SWAP), gensrc measurement (STALE, INVERT), and the l1b marker tier + coverage lint (LAUNDER, highlighted - found this session).
STALE vs INVERT are two different blind spots of 'verification succeeded': STALE = a stale cached verdict (verified over old bytes); INVERT = unverified code out of the proof's scope. Same detector (gensrc bytes), different evasion.
LAUNDER is the reflexive one: it exposed a COVERAGE gap in the measurement itself (the report emits no compute_cases slice), so it forced a detector PLUS a provisioning invariant. Root cause is upstream (HAMR report emission) - see draft_hamr_report_contract_coverage.md.
Speaker: the escalating lesson of 9-&gt;12 is that 'verification succeeded' and 'no cheats present' are both weaker claims than 'these are the blessed bytes.'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added. Numbers follow first on-slide citation ([1] on the lifecycle slide; [2]-[6] on the core-stack slide; [7]-[13] on the isolette slide); groupings kept, so numbers read out of order here on purpose.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thon 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</a:t>
            </a:r>
            <a:pPr algn="l" indent="0" marL="0">
              <a:buNone/>
            </a:pPr>
            <a:r>
              <a:rPr lang="en-US" sz="36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algn="l"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oard)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code, and proofs in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assurance, LLM-assisted development pipelines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Petz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Isaac Amundson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Timothy Barclay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David Hardin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Jason Belt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John Hatcliff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Anakha Krishna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Ina Harris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Perry Alexander</a:t>
            </a:r>
            <a:pPr algn="l" indent="0" marL="0">
              <a:buNone/>
            </a:pPr>
            <a:r>
              <a:rPr lang="en-US" sz="16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Kansas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2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Collins Aerospace</a:t>
            </a:r>
            <a:pPr algn="l" indent="0" marL="0">
              <a:buNone/>
            </a:pPr>
            <a:r>
              <a:rPr lang="en-US" sz="13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State University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94960" y="6035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DARPA PROVERS effort (contract FA8750-24-9-1000)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and their context/dependencies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[1]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natural lifecycle events: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updates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updates, synthesis,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4901184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4901184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[2]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[3,4]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[5]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pPr algn="l" indent="0" marL="0">
              <a:buNone/>
            </a:pPr>
            <a:r>
              <a:rPr lang="en-US" sz="15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[6]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89888" y="3931920"/>
            <a:ext cx="1088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fail:  no repair chain =&gt; escalate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763256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on-fail: handoff to next repair KS 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(attempts spent, changes restored)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6025896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restart-episode ⇒ fresh measurement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676656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collection of entries:  the shared measurement store updated cooperatively by blackboard components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measurement under judgment:  its measurement content, current standing,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attestation records verdicts, must be restarted for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 (i.e. provision, certify, escalate) 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evaluates every entry (once provisioned), dispatches keys onto outcome-routed chains, advances or hands off, escalates, halts only when entries are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operates only on entries in its partition (optionally a single component), bounded by max 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control flow chains: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on_fail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the repair ladder, </a:t>
            </a:r>
            <a:pPr algn="l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on_pass 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confirmation chain before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partitions (measurements, repairs, verdicts), documenting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 Example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infant-incubator thermostat that regulates and monitors a newborn's environment to maintain a safe temperature range (heat control on/off)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[7]</a:t>
            </a:r>
            <a:endParaRPr lang="en-US" sz="1350" dirty="0"/>
          </a:p>
          <a:p>
            <a:pPr marL="628650" lvl="1" indent="-171450">
              <a:spcAft>
                <a:spcPts val="1000"/>
              </a:spcAft>
              <a:buFont typeface="Courier New" panose="02070309020205020404" pitchFamily="49" charset="0"/>
              <a:buChar char="o"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[10]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HAMR-based pipeline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[11]</a:t>
            </a:r>
            <a:endParaRPr lang="en-US" sz="1350" dirty="0"/>
          </a:p>
          <a:p>
            <a:pPr marL="800100" lvl="1" indent="-342900">
              <a:buSzPct val="100000"/>
              <a:buFont typeface="Courier New" panose="02070309020205020404" pitchFamily="49" charset="0"/>
              <a:buChar char="o"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safety-critical development artifact, not a toy example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879092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26564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2226564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[8,9]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65576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1" name="Text 9"/>
          <p:cNvSpPr/>
          <p:nvPr/>
        </p:nvSpPr>
        <p:spPr>
          <a:xfrm>
            <a:off x="3813048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[12]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52060" y="3630168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399532" y="3630168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4" name="Text 12"/>
          <p:cNvSpPr/>
          <p:nvPr/>
        </p:nvSpPr>
        <p:spPr>
          <a:xfrm>
            <a:off x="5399532" y="3630168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+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[13]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119872" y="1627632"/>
            <a:ext cx="33558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(SysMLv2 packages, Verus-contract-bearing Rust)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and the system-level proof)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 with integrity against golden values and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 meet their contracts.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5660136"/>
            <a:ext cx="2734056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5660136"/>
            <a:ext cx="2587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poisoned (untrustworthy)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semantically equivalent implementation logic.  The hash moves, but </a:t>
            </a:r>
            <a:endParaRPr lang="en-US" sz="2000" dirty="0"/>
          </a:p>
          <a:p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live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6 + 7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(live) golden value in the appraisal protocol, then the verification tool itself — each tamper attributed,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refused by cryptographic checks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236976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scenes 9 + 12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cheating in proof attempts,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would otherwise undermine verification soundness.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blackboard, many artifact pipelines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blackboard infrastructure and artifact classes don’t change — only the </a:t>
            </a:r>
            <a:pPr indent="0" marL="0">
              <a:buNone/>
            </a:pPr>
            <a:r>
              <a:rPr lang="en-US" sz="15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around them does</a:t>
            </a:r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modeling language, prover, 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runtime, and attestation primitives.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 v2 → HAMR → Rust / Verus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7782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</a:t>
            </a:r>
            <a:pPr algn="l" indent="0" marL="0">
              <a:buNone/>
            </a:pPr>
            <a:r>
              <a:rPr lang="en-US" sz="105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◀ the demo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5564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→ HAMR → Slang / Logika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501384" y="210312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temp-control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AADL GUMBO component contracts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runtime target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blackboard, similar Copland protocols to SysMLv2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Rust / Verus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7782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find-max-verus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1440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+ proofs written directly in Verus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model, no codegen — implementation + proof classes only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Proof-repair experiments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AutoVerus</a:t>
            </a:r>
            <a:endParaRPr lang="en-US" sz="1200" dirty="0"/>
          </a:p>
          <a:p>
            <a:pPr marL="800100" lvl="1" indent="-342900">
              <a:spcAft>
                <a:spcPts val="400"/>
              </a:spcAft>
              <a:buSzPct val="100000"/>
              <a:buFont typeface="Courier New" panose="02070309020205020404" pitchFamily="49" charset="0"/>
              <a:buChar char="o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Dogtreat linear planner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4069080"/>
            <a:ext cx="5349240" cy="2148840"/>
          </a:xfrm>
          <a:prstGeom prst="roundRect">
            <a:avLst>
              <a:gd name="adj" fmla="val 2553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178808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Theorem Provers:  Lean / Rocq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01384" y="45262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landing-gear, temp-control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4846320"/>
            <a:ext cx="4846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Blessed theorem statements, workflow-owned implementations, proofs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Tactic-driven and LLM-driven proof repair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Goal-directed: attestation enforces one invariant while synthesis iterates</a:t>
            </a:r>
            <a:endParaRPr lang="en-US" sz="12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ITP-specific axiom checks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artifact synthesis/repair;  verified, deterministic appraisal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82496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stage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LLMs participate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Guardrail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/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draft or restate specs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 human administrator may authenticate a new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spec-guided synthesis / re-derivation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must meet its formal contracts, checked by legitimate toolchain, derived from human-blessed spec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Suggests tactic portfolio (deterministic at runtime) · API calls + LLM-assisted desktop sessions (loop is paused) · Proof repair agents (AutoVerus · KU Dogtreat linear planner)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fresh measurement re-establishes good standing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&amp; appraisal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kernels (Rocq, Lean, Verus), formally-verified attestation managers (evidence unbundling), trusted attestation primitives (hash checks, semantic analysis of source code, etc.)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trust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by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Cryptographic immutability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7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and attestation infrastructure, artifact measurements, attestation protocols, attacks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AI built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trust it (or not)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Blackboard infrastructure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pybb framework (blackboard, controller, knowledge sources), demo arcs, install script, CI suite, detailed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in python is untrusted,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but evidence bundles are independently-verifiable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core &amp; frontends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bpar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(parallel Copland term) </a:t>
                      </a:r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verified CVM core,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CVM frontend fixes (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--stdin, --req_file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Rocq proofs w.r.t. CVM reference semantics --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couldn’t update existing proofs automatically, but assisted an expert Rocq developer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primitives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new + 7 upgraded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asp-libs binaries (hashing, the Lean/Rocq/HAMR runners &amp; appraisers, cheat scan, golden-slice extraction)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attestation primitives are untrusted, require manual inspection (or formal analysis)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 protocols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provisioned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Copland protocol directories across the ecosystems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Copland protocol analysis bolsters trust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tampers +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red-team attack classes 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(see next slide)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 “counter-examples” show attacks succeeding, </a:t>
                      </a:r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undetected by existing measurement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04418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virtuous cycle – 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workflow to add (deterministic) tools and domain-specific measurement capabilities.  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pPr indent="0" marL="0">
              <a:buNone/>
            </a:pPr>
            <a:r>
              <a:rPr lang="en-US" sz="4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attacked</a:t>
            </a:r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loop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attack types, each undetected at discovery time — each forced a new measurement capability</a:t>
            </a:r>
            <a:endParaRPr lang="en-US" sz="1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40690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 detection by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measurement forced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assume(false)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an unmeasured bridge 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SMUGGLE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external_body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axiom, ensures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cargo-verus reports the same success over the hollow proof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cheat scan (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cheat_scan_verus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system-proof module commented 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smaller crate still verifies, 0 errors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dropped, trivial one added, same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outcome, count, escape surface all unchanged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sysproof file hashes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semantic flip in a cached dep,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mtime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preserved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mtime-gated cache serves the stale verdict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heat command flipped in unverified FFI glue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Verus never reads the body (unverified code, out of scope)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gensrc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LAUNDER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contract weakened + impl inverted to 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in contract coverage for attestation report’s compute_cases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stopgap contract measurement, contract coverage check at provisioning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F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co-development</a:t>
            </a:r>
            <a:pPr algn="l" indent="0" marL="0">
              <a:buNone/>
            </a:pPr>
            <a:r>
              <a:rPr lang="en-US" sz="13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defense-in-depth, anomaly detection, proposed mitigation.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Thomas, Schmalz, Petz, Alexander, Guttman, Rowe, Carter,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Trustworthy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arXiv:2603.06326, 2026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11426, pp. 197–221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 Virtual Machine (CVM), KU SLDG: github.com/ku-sldg/cvm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Petz, Thomas, Fritz, Barclay, Schmalz, Alexander,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Configuration and Deployment of Layered Attestation Managers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SEFM 2024, LNCS 15280, pp. 290–308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 (attestation service provider libraries), KU SLDG: github.com/ku-sldg/asp-libs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Petz &amp; Alexander,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Verified Bundling and Appraisal of Evidence for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Innovations in Systems and Software Engineering 19(4), 2023, pp. 411–426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2025, pp. 93–117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FMICS 2025, Springer LNCS 16040, pp. 241–260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2009, pp. 207–220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2026-09-04T15:17:41Z</dcterms:created>
  <dcterms:modified xsi:type="dcterms:W3CDTF">2026-09-04T15:17:41Z</dcterms:modified>
</cp:coreProperties>
</file>